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880F37-D938-43F6-9BF2-326229DE3CEB}">
          <p14:sldIdLst>
            <p14:sldId id="256"/>
            <p14:sldId id="257"/>
            <p14:sldId id="258"/>
            <p14:sldId id="259"/>
            <p14:sldId id="261"/>
          </p14:sldIdLst>
        </p14:section>
        <p14:section name="Untitled Section" id="{58788D28-1413-43B9-854E-653AC8A50B7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26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BUSINESS INTELLIGENCE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BriefRoom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Business Intelligence for Consultants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77724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2E8F0"/>
                </a:solidFill>
              </a:rPr>
              <a:t>Bloomberg costs $24,000/year.  We built the same core intelligence for a few dollars.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Built in Python  ·  Powered by Claude AI  ·  Runs on localhost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Are Flying Blind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Fragmented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Analysts open 10+ tabs before every meeting — markets, news, competitor sites — with no unified 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517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Prohibitive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Bloomberg terminals cost $24,000/year. Most students, consultants, and small teams simply can't afford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517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 Time to Synthesize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By the time you've read the news and built context, the client meeting has already started.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BriefRoom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 single dashboard that monitors markets, global news, and tech signals in real time — and generates consulting-grade intelligence on demand using AI.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517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Markets Pulse + Sector Heatmap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057400"/>
            <a:ext cx="26517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AI Daily Briefing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26517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🥊  Company vs Company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26517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🔮  So What? Explainer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337560"/>
            <a:ext cx="26517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Country Risk Brief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337560"/>
            <a:ext cx="26517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Meeting Prep Brief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Smart — AI Only When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0972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</a:rPr>
              <a:t>PASSIVE LAYER — Always Running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RSS Feeds + yfinance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scraper.py (30 min)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SQLite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Zero AI calls. Zero cost. Data always fresh.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109728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</a:rPr>
              <a:t>ACTIVE LAYER — User Triggered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User runs tool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SQLite + scrape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19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Claude 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JSON Brief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0956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Render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Claude called only on demand. Results cached — same query never costs twice.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3FE74-F25C-EF49-22D4-49264386D234}"/>
              </a:ext>
            </a:extLst>
          </p:cNvPr>
          <p:cNvSpPr txBox="1"/>
          <p:nvPr/>
        </p:nvSpPr>
        <p:spPr>
          <a:xfrm>
            <a:off x="2217683" y="1450428"/>
            <a:ext cx="65479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2 layers or 2 parts, one is passive and one is active. Passive layer which is always running and gives you information based on data stored in </a:t>
            </a:r>
            <a:r>
              <a:rPr lang="en-US" dirty="0" err="1"/>
              <a:t>sqlite</a:t>
            </a:r>
            <a:r>
              <a:rPr lang="en-US" dirty="0"/>
              <a:t> and will be shown in the dashboard. Data sources are live web scrappers. </a:t>
            </a: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59C13E-3D6D-ED7C-A7D8-DC54B6553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149" y="2887405"/>
            <a:ext cx="48301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user triggers the search manually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is collected and cached in SQLite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Claude APIs are </a:t>
            </a:r>
            <a:r>
              <a:rPr lang="en-US" altLang="en-US" dirty="0">
                <a:latin typeface="Arial" panose="020B0604020202020204" pitchFamily="34" charset="0"/>
              </a:rPr>
              <a:t>called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output is turned into a structured JSON brief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app can render a report into pdf file. </a:t>
            </a:r>
          </a:p>
        </p:txBody>
      </p:sp>
    </p:spTree>
    <p:extLst>
      <p:ext uri="{BB962C8B-B14F-4D97-AF65-F5344CB8AC3E}">
        <p14:creationId xmlns:p14="http://schemas.microsoft.com/office/powerpoint/2010/main" val="84205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WHO IT'S FOR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Anyone Who Needs to Know What's Happening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Consultants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Prep for any client meeting in 60 seconds. Walk in knowing more than anyone in the room.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Understand markets, geopolitics, and tech without spending hours reading scattered news.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Founders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Track competitors and sectors in real time without hiring a dedicated analyst.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BriefRoom — The Intelligence Layer You Never Had.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409</Words>
  <Application>Microsoft Office PowerPoint</Application>
  <PresentationFormat>On-screen Show (16:9)</PresentationFormat>
  <Paragraphs>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BriefRoom</dc:title>
  <dc:subject>PptxGenJS Presentation</dc:subject>
  <dc:creator>PptxGenJS</dc:creator>
  <cp:lastModifiedBy>Farid, Muhammad</cp:lastModifiedBy>
  <cp:revision>3</cp:revision>
  <dcterms:created xsi:type="dcterms:W3CDTF">2026-04-14T22:30:42Z</dcterms:created>
  <dcterms:modified xsi:type="dcterms:W3CDTF">2026-04-15T14:58:10Z</dcterms:modified>
</cp:coreProperties>
</file>